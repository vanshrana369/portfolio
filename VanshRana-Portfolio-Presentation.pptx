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DF9C6"/>
          </a:solidFill>
          <a:ln w="12700">
            <a:solidFill>
              <a:srgbClr val="7DF9C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 Rana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 &amp; Software Developer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undergraduate with hands-on projects in data analytics, machine learning, and software development. Available for internships and entry-level roles.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1078992" cy="347472"/>
          </a:xfrm>
          <a:prstGeom prst="roundRect">
            <a:avLst>
              <a:gd name="adj" fmla="val 13158"/>
            </a:avLst>
          </a:prstGeom>
          <a:solidFill>
            <a:srgbClr val="1E3A5F"/>
          </a:solidFill>
          <a:ln w="12700">
            <a:solidFill>
              <a:srgbClr val="7DF9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2900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09344" y="3429000"/>
            <a:ext cx="1078992" cy="347472"/>
          </a:xfrm>
          <a:prstGeom prst="roundRect">
            <a:avLst>
              <a:gd name="adj" fmla="val 13158"/>
            </a:avLst>
          </a:prstGeom>
          <a:solidFill>
            <a:srgbClr val="1E3A5F"/>
          </a:solidFill>
          <a:ln w="12700">
            <a:solidFill>
              <a:srgbClr val="7DF9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9344" y="342900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61488" y="3429000"/>
            <a:ext cx="1078992" cy="347472"/>
          </a:xfrm>
          <a:prstGeom prst="roundRect">
            <a:avLst>
              <a:gd name="adj" fmla="val 13158"/>
            </a:avLst>
          </a:prstGeom>
          <a:solidFill>
            <a:srgbClr val="1E3A5F"/>
          </a:solidFill>
          <a:ln w="12700">
            <a:solidFill>
              <a:srgbClr val="7DF9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1488" y="342900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13632" y="3429000"/>
            <a:ext cx="1078992" cy="347472"/>
          </a:xfrm>
          <a:prstGeom prst="roundRect">
            <a:avLst>
              <a:gd name="adj" fmla="val 13158"/>
            </a:avLst>
          </a:prstGeom>
          <a:solidFill>
            <a:srgbClr val="1E3A5F"/>
          </a:solidFill>
          <a:ln w="12700">
            <a:solidFill>
              <a:srgbClr val="7DF9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342900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65776" y="3429000"/>
            <a:ext cx="1078992" cy="347472"/>
          </a:xfrm>
          <a:prstGeom prst="roundRect">
            <a:avLst>
              <a:gd name="adj" fmla="val 13158"/>
            </a:avLst>
          </a:prstGeom>
          <a:solidFill>
            <a:srgbClr val="1E3A5F"/>
          </a:solidFill>
          <a:ln w="12700">
            <a:solidFill>
              <a:srgbClr val="7DF9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65776" y="342900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Vanshranaglobal@gmail.com   |   +91 91057 70369   |   linkedin.com/in/vanshrana369   |   github.com/vanshrana369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457200"/>
            <a:ext cx="2103120" cy="429768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777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81228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12280" y="2103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81228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12280" y="3429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812280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2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PRESENTATION  · 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029200" cy="329184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1732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student at Lovely Professional University.</a:t>
            </a:r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work includes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7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data cleaning, exploratory analysis,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7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workflows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ongoing DSA practice.</a:t>
            </a:r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learner who values clear communication, takes ownership of work, and consistently delivers on commitments.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0" y="1234440"/>
            <a:ext cx="3200400" cy="68580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0" y="12801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2160" y="1481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2039112"/>
            <a:ext cx="3200400" cy="68580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20848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5216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· 2023 – Present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2843784"/>
            <a:ext cx="3200400" cy="68580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28895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52160" y="3090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6.83 / 10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3648456"/>
            <a:ext cx="3200400" cy="68580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36941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52160" y="38953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Phagwara, Punjab, India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TECHNOLOGIES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Technologies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743200" cy="150876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64008" cy="1508760"/>
          </a:xfrm>
          <a:prstGeom prst="rect">
            <a:avLst/>
          </a:prstGeom>
          <a:solidFill>
            <a:srgbClr val="77A8FF"/>
          </a:solidFill>
          <a:ln w="12700">
            <a:solidFill>
              <a:srgbClr val="77A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32588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1645920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7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HTML  ·  JavaScript  ·  C++  ·  Java  ·  SQL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73552" y="1234440"/>
            <a:ext cx="2743200" cy="150876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73552" y="1234440"/>
            <a:ext cx="64008" cy="1508760"/>
          </a:xfrm>
          <a:prstGeom prst="rect">
            <a:avLst/>
          </a:prstGeom>
          <a:solidFill>
            <a:srgbClr val="7DF9C6"/>
          </a:solidFill>
          <a:ln w="12700">
            <a:solidFill>
              <a:srgbClr val="7DF9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9856" y="132588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Machine Learning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19856" y="1645920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·  NumPy  ·  Matplotlib  ·  Seaborn  ·  Scikit-Learn  ·  Power BI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1344" y="1234440"/>
            <a:ext cx="2743200" cy="150876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234440"/>
            <a:ext cx="64008" cy="1508760"/>
          </a:xfrm>
          <a:prstGeom prst="rect">
            <a:avLst/>
          </a:prstGeom>
          <a:solidFill>
            <a:srgbClr val="B482FF"/>
          </a:solidFill>
          <a:ln w="12700">
            <a:solidFill>
              <a:srgbClr val="B48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32588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Foundations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27648" y="1645920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4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 ·  OOP  ·  DBMS  ·  Operating Systems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19656" y="2907792"/>
            <a:ext cx="2743200" cy="150876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19656" y="2907792"/>
            <a:ext cx="64008" cy="15087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299923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331927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·  GitHub  ·  VS Code  ·  Jupyter  ·  Excel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27448" y="2907792"/>
            <a:ext cx="2743200" cy="150876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907792"/>
            <a:ext cx="64008" cy="1508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99923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73752" y="331927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 ·  Team Leadership  ·  Problem Solving  ·  Time Management  ·  Adaptability  ·  Ownership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234440"/>
            <a:ext cx="2743200" cy="356616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234440"/>
            <a:ext cx="2743200" cy="64008"/>
          </a:xfrm>
          <a:prstGeom prst="rect">
            <a:avLst/>
          </a:prstGeom>
          <a:solidFill>
            <a:srgbClr val="77A8FF"/>
          </a:solidFill>
          <a:ln w="12700">
            <a:solidFill>
              <a:srgbClr val="77A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417320"/>
            <a:ext cx="109728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77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17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4632" y="17556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" y="19933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Analytics 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26974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analyzing 15K+ listings — pricing trends, market KPIs, location performance.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234440"/>
            <a:ext cx="2743200" cy="356616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234440"/>
            <a:ext cx="2743200" cy="64008"/>
          </a:xfrm>
          <a:prstGeom prst="rect">
            <a:avLst/>
          </a:prstGeom>
          <a:solidFill>
            <a:srgbClr val="7DF9C6"/>
          </a:solidFill>
          <a:ln w="12700">
            <a:solidFill>
              <a:srgbClr val="7DF9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4992" y="1417320"/>
            <a:ext cx="109728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7DF9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417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64992" y="17556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64992" y="19933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Fee Prediction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64992" y="26974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workflow: data cleaning, EDA, feature engineering, multi-model comparison with Scikit-Learn.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08192" y="1234440"/>
            <a:ext cx="2743200" cy="356616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08192" y="1234440"/>
            <a:ext cx="2743200" cy="64008"/>
          </a:xfrm>
          <a:prstGeom prst="rect">
            <a:avLst/>
          </a:prstGeom>
          <a:solidFill>
            <a:srgbClr val="B482FF"/>
          </a:solidFill>
          <a:ln w="12700">
            <a:solidFill>
              <a:srgbClr val="B482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5352" y="1417320"/>
            <a:ext cx="109728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B48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352" y="1417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4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45352" y="17556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45352" y="19933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 Website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45352" y="26974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site in HTML/CSS/JS with animated UI, project showcase, and downloadable resume PDF.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7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SPOTLIGHT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Analytics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029200" cy="347472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64008" cy="3474720"/>
          </a:xfrm>
          <a:prstGeom prst="rect">
            <a:avLst/>
          </a:prstGeom>
          <a:solidFill>
            <a:srgbClr val="77A8FF"/>
          </a:solidFill>
          <a:ln w="12700">
            <a:solidFill>
              <a:srgbClr val="77A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 to analyze a real estate dataset of 15,000+ listings.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DAX and Power Query for data transformation and reporting logic.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KPI panels tracking market value, average price, and total listings.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recruiter-friendly business insight visuals for clear storytelling.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280160"/>
            <a:ext cx="3200400" cy="155448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0" y="1691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DAX  ·  Power Query  ·  Excel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3017520"/>
            <a:ext cx="3200400" cy="173736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52160" y="34290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analytics dashboard that demonstrates end-to-end data analysis skills for business use cases.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SPOTLIGHT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+  Portfolio Website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4206240" cy="356616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61872"/>
            <a:ext cx="64008" cy="3566160"/>
          </a:xfrm>
          <a:prstGeom prst="rect">
            <a:avLst/>
          </a:prstGeom>
          <a:solidFill>
            <a:srgbClr val="7DF9C6"/>
          </a:solidFill>
          <a:ln w="12700">
            <a:solidFill>
              <a:srgbClr val="7DF9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53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Fee Prediction  ·  May 2025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from raw data to trained model.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 and improved training-readiness.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multiple Scikit-Learn regression models.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Matplotlib / Seaborn for visual analysis to support decisions.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4114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Scikit-Learn  ·  Seaborn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61872"/>
            <a:ext cx="4206240" cy="356616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61872"/>
            <a:ext cx="64008" cy="3566160"/>
          </a:xfrm>
          <a:prstGeom prst="rect">
            <a:avLst/>
          </a:prstGeom>
          <a:solidFill>
            <a:srgbClr val="B482FF"/>
          </a:solidFill>
          <a:ln w="12700">
            <a:solidFill>
              <a:srgbClr val="B48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353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Website  ·  Current Focus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73736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animated portfolio built entirely from scratch.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Canvas-based animated background (synthwave perspective grid).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 fast recruiter and hiring-manager review.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resume PDF and live contact form integration.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56048" y="4114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·  CSS  ·  JavaScript  ·  Canvas 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TRAINING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Training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8412480" cy="160020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61872"/>
            <a:ext cx="64008" cy="1600200"/>
          </a:xfrm>
          <a:prstGeom prst="rect">
            <a:avLst/>
          </a:prstGeom>
          <a:solidFill>
            <a:srgbClr val="77A8FF"/>
          </a:solidFill>
          <a:ln w="12700">
            <a:solidFill>
              <a:srgbClr val="77A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Training — DSA in C++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1371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on arrays, linked lists, stacks, queues, trees, graphs, heaps, searching, sorting, and dynamic programming.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9631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  ·   DSA   ·   Algorithms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7DF9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seeking internships and entry-level roles in analytics and software development.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&amp; COURSES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learning, online coursework, and verified upskilling.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4206240" cy="150876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61872"/>
            <a:ext cx="64008" cy="1508760"/>
          </a:xfrm>
          <a:prstGeom prst="rect">
            <a:avLst/>
          </a:prstGeom>
          <a:solidFill>
            <a:srgbClr val="77A8FF"/>
          </a:solidFill>
          <a:ln w="12700">
            <a:solidFill>
              <a:srgbClr val="77A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Analytics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59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261872"/>
            <a:ext cx="4206240" cy="150876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61872"/>
            <a:ext cx="64008" cy="1508760"/>
          </a:xfrm>
          <a:prstGeom prst="rect">
            <a:avLst/>
          </a:prstGeom>
          <a:solidFill>
            <a:srgbClr val="7DF9C6"/>
          </a:solidFill>
          <a:ln w="12700">
            <a:solidFill>
              <a:srgbClr val="7DF9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71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Security in Social Media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975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NPTEL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359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80944"/>
            <a:ext cx="4206240" cy="150876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80944"/>
            <a:ext cx="64008" cy="1508760"/>
          </a:xfrm>
          <a:prstGeom prst="rect">
            <a:avLst/>
          </a:prstGeom>
          <a:solidFill>
            <a:srgbClr val="B482FF"/>
          </a:solidFill>
          <a:ln w="12700">
            <a:solidFill>
              <a:srgbClr val="B48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906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Design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694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freeCodeCamp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980944"/>
            <a:ext cx="4206240" cy="150876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80944"/>
            <a:ext cx="64008" cy="15087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906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and Bytes of Computer Networking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694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Coursera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 &amp; EDUCATION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performance and academic background.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417320"/>
          </a:xfrm>
          <a:prstGeom prst="rect">
            <a:avLst/>
          </a:prstGeom>
          <a:solidFill>
            <a:srgbClr val="0D1A2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1298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— 3rd Place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3rd among 30 competing groups — Mar 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391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problems under time pressure and team constraints.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114800" cy="1417320"/>
          </a:xfrm>
          <a:prstGeom prst="rect">
            <a:avLst/>
          </a:prstGeom>
          <a:solidFill>
            <a:srgbClr val="0D1A2B"/>
          </a:solidFill>
          <a:ln w="12700">
            <a:solidFill>
              <a:srgbClr val="77A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Problem Solving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64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 ·  Regular practice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· Trees · Graphs · Recursion · Sorting · Dynamic Programming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8412480" cy="45720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101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Present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33101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33101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43800" y="33101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6.83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76472"/>
            <a:ext cx="8412480" cy="457200"/>
          </a:xfrm>
          <a:prstGeom prst="rect">
            <a:avLst/>
          </a:prstGeom>
          <a:solidFill>
            <a:srgbClr val="07111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404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– 2023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57400" y="38404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XII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38404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KN Modi Global School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43800" y="3840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306824"/>
            <a:ext cx="8412480" cy="45720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708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– 2021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57400" y="43708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34840" y="437083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KN Modi Global School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43800" y="43708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DF9C6"/>
          </a:solidFill>
          <a:ln w="12700">
            <a:solidFill>
              <a:srgbClr val="7DF9C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internships, fresher roles, and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in analytics &amp; development.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5486400" cy="475488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5798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5798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Vanshranaglobal@gmail.com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5486400" cy="475488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5234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75234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+91 91057 70369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5486400" cy="475488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467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34670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linkedin.com/in/vanshrana369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5486400" cy="475488"/>
          </a:xfrm>
          <a:prstGeom prst="rect">
            <a:avLst/>
          </a:prstGeom>
          <a:solidFill>
            <a:srgbClr val="0D1A2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410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9410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github.com/vanshrana369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65176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7DF9C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1325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9360" y="192024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 Rana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Software Developer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4297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F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VR369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Vansh Rana – Portfolio Presentation</dc:title>
  <dc:subject>PptxGenJS Presentation</dc:subject>
  <dc:creator>Vansh Rana</dc:creator>
  <cp:lastModifiedBy>Vansh Rana</cp:lastModifiedBy>
  <cp:revision>1</cp:revision>
  <dcterms:created xsi:type="dcterms:W3CDTF">2026-03-17T09:30:43Z</dcterms:created>
  <dcterms:modified xsi:type="dcterms:W3CDTF">2026-03-17T09:30:43Z</dcterms:modified>
</cp:coreProperties>
</file>